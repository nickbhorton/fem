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7" r:id="rId6"/>
    <p:sldId id="258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83C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8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FBA2-561E-1653-71EE-2EC781DFD1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388557-D546-3812-FB94-31305F3BB7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C2407-1E45-98AF-ADEA-B7CE3D6C1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EC13F-569B-8C1B-E29C-C2B35720E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44D6E-EACE-8E58-F6FE-4C2E1DE27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226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96026-6713-39D1-4AC8-8B687557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4434C-D1FA-CE8E-968E-D4E57A7EB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6344E-04FA-7F20-0B4B-20C470793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A9B87-8C9F-1F24-4273-2FD4289A2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81D93-1371-EF5B-E56D-7EFBCFD3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564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D2A75-D17B-E6E4-436C-88570552F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6D246-9906-2881-D845-7D40D6DAD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2296C-8E68-F763-18E1-91EF5A25B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5A686-59AF-F29A-9E31-E4D7E9297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0D17F-6DEA-5A05-A338-04FA7C49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28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DBD66-010A-5650-C56F-7F67E7AA8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BBAF8-939F-16B0-3ED3-B793E481D4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88548-5AD0-C6D3-8303-A9396E88A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919CF-CE5D-E681-89CB-3A03F80D6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40516-79F0-394D-8237-B3829DA3E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A9566-E0B9-3BB9-8C3D-A8434E22A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73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3526F-DEA0-3E21-1235-205836D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5B683-7828-92FB-F2BD-F67E900E1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754F2-78FE-06CB-7A79-D98C3DB6B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26FC97-27F0-F213-6724-3DC698243B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EC7696-09A8-A8E5-AD83-56AB4E6A4D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C36799-9C8E-0E74-B7BD-99A019629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8C092B-30B2-21B7-63D2-9C8618BB7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71DB69-521E-5953-FAB7-8AEA19BAE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379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2B91E-7800-D571-F3EB-B379681F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11E33A-9F2B-95EE-CFA0-7BD8A4C81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332944-4C3A-65F6-B68C-0D845F3C3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C4CEB-154B-8895-9AF0-0D5AFE945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0EDE42-05E7-2D04-890C-5FA5F3279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4C05F4-BFF8-A0EC-5AC9-594524F23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2F9D0-3FC0-6935-9573-3C987AB7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66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B8764-112B-F3AB-0C4A-441FCC6CF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215B1-1D85-C4FE-78B8-2F571A5F1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9A7DA2-96FE-80FB-3F01-74132CF301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0DC4D-04C5-DB1C-84A6-0E5C1339A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A78A0-7730-12F6-FC1B-6BEB0A10D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86F9F-44DD-9C56-1B93-C4CB5BEB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519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EAA21-2064-DF18-21D2-A7579EA6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4B7E4-AFB6-87C3-3769-A8CC24746D3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AA086D-F37D-1E9E-0D84-2470EB700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836C40-89B2-A96B-CA1F-5016E382E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47E0D1-EAEB-BAE2-779D-E56D90863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211B5-3EAB-9B87-DC2C-C27BA78D1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743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C3AB0-C6C8-67B8-095A-792E52C0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691DB-2820-24A1-5061-677AEA73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48EBC-9A3E-8A5C-595E-D2FB52C0D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AA08E-EC91-9AE9-5A37-198DCFA16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0D073-992C-9B82-7223-A8C1C223C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842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9E1BCD-6BA8-DDAA-65C3-18115BB95E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C99E0-47D2-07D3-B06F-8027AD1453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0CB34-BBDD-D3DE-7675-0EC928525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AD130-D5D4-AA05-DF74-95328978C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9FE6B-01B8-5804-4664-9F50DAFAB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62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58F3BA-142F-4ED4-1C2D-1A843F07B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2D3B37-852B-1D6B-AE4B-35BC1D706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D42B1-8049-3D1D-80FA-B1D8E428E6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A21B2A-F9C6-4572-9839-0A6F25716202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626BC-6229-CA3C-1C87-4334A2582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0B340-71FB-5B48-7487-A74F3635C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75FAEE-D59C-482C-805F-EEBA1BBA74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94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0.png"/><Relationship Id="rId4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70.png"/><Relationship Id="rId7" Type="http://schemas.openxmlformats.org/officeDocument/2006/relationships/image" Target="../media/image111.png"/><Relationship Id="rId12" Type="http://schemas.openxmlformats.org/officeDocument/2006/relationships/image" Target="../media/image16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50.png"/><Relationship Id="rId5" Type="http://schemas.openxmlformats.org/officeDocument/2006/relationships/image" Target="../media/image90.png"/><Relationship Id="rId10" Type="http://schemas.openxmlformats.org/officeDocument/2006/relationships/image" Target="../media/image140.png"/><Relationship Id="rId4" Type="http://schemas.openxmlformats.org/officeDocument/2006/relationships/image" Target="../media/image80.png"/><Relationship Id="rId9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BC28-3310-55F1-F7AE-314F869C67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FEM Stuff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68397-114E-741E-C1FC-A0C188D89D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Horton</a:t>
            </a:r>
          </a:p>
        </p:txBody>
      </p:sp>
    </p:spTree>
    <p:extLst>
      <p:ext uri="{BB962C8B-B14F-4D97-AF65-F5344CB8AC3E}">
        <p14:creationId xmlns:p14="http://schemas.microsoft.com/office/powerpoint/2010/main" val="4045147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748C4F-DF61-6D3F-C564-4F381C1906DA}"/>
                  </a:ext>
                </a:extLst>
              </p:cNvPr>
              <p:cNvSpPr txBox="1"/>
              <p:nvPr/>
            </p:nvSpPr>
            <p:spPr>
              <a:xfrm>
                <a:off x="2819400" y="539750"/>
                <a:ext cx="5999078" cy="3549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748C4F-DF61-6D3F-C564-4F381C1906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539750"/>
                <a:ext cx="5999078" cy="354905"/>
              </a:xfrm>
              <a:prstGeom prst="rect">
                <a:avLst/>
              </a:prstGeom>
              <a:blipFill>
                <a:blip r:embed="rId2"/>
                <a:stretch>
                  <a:fillRect l="-1016" b="-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24FF8A-87FD-DF42-34C3-30BEFBECC8D3}"/>
              </a:ext>
            </a:extLst>
          </p:cNvPr>
          <p:cNvCxnSpPr>
            <a:cxnSpLocks/>
            <a:stCxn id="9" idx="3"/>
            <a:endCxn id="12" idx="7"/>
          </p:cNvCxnSpPr>
          <p:nvPr/>
        </p:nvCxnSpPr>
        <p:spPr>
          <a:xfrm flipH="1">
            <a:off x="1814691" y="2295432"/>
            <a:ext cx="783868" cy="12955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32B35FE0-6D34-4F81-398C-C64D503D29B8}"/>
              </a:ext>
            </a:extLst>
          </p:cNvPr>
          <p:cNvSpPr/>
          <p:nvPr/>
        </p:nvSpPr>
        <p:spPr>
          <a:xfrm>
            <a:off x="2578100" y="2165350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170290-8833-E6D9-AB3B-1FA976B45F21}"/>
              </a:ext>
            </a:extLst>
          </p:cNvPr>
          <p:cNvSpPr/>
          <p:nvPr/>
        </p:nvSpPr>
        <p:spPr>
          <a:xfrm>
            <a:off x="1695450" y="3568699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C19014-E8EA-4F6A-6E65-8B91FE229E35}"/>
              </a:ext>
            </a:extLst>
          </p:cNvPr>
          <p:cNvCxnSpPr>
            <a:cxnSpLocks/>
            <a:stCxn id="9" idx="5"/>
            <a:endCxn id="19" idx="1"/>
          </p:cNvCxnSpPr>
          <p:nvPr/>
        </p:nvCxnSpPr>
        <p:spPr>
          <a:xfrm>
            <a:off x="2697341" y="2295432"/>
            <a:ext cx="880527" cy="13019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F3DF58-C637-9415-E3F0-20531B39C1C2}"/>
              </a:ext>
            </a:extLst>
          </p:cNvPr>
          <p:cNvCxnSpPr>
            <a:cxnSpLocks/>
            <a:stCxn id="19" idx="2"/>
            <a:endCxn id="12" idx="6"/>
          </p:cNvCxnSpPr>
          <p:nvPr/>
        </p:nvCxnSpPr>
        <p:spPr>
          <a:xfrm flipH="1" flipV="1">
            <a:off x="1835150" y="3644899"/>
            <a:ext cx="1722259" cy="63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8B5B611-F1AB-8510-EE6E-5AE6EB06DEE0}"/>
              </a:ext>
            </a:extLst>
          </p:cNvPr>
          <p:cNvSpPr/>
          <p:nvPr/>
        </p:nvSpPr>
        <p:spPr>
          <a:xfrm>
            <a:off x="3557409" y="3575048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A9AFBFE-8DB5-581A-DD79-AAC2802CCD93}"/>
                  </a:ext>
                </a:extLst>
              </p:cNvPr>
              <p:cNvSpPr txBox="1"/>
              <p:nvPr/>
            </p:nvSpPr>
            <p:spPr>
              <a:xfrm>
                <a:off x="1450873" y="3506398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A9AFBFE-8DB5-581A-DD79-AAC2802CC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873" y="3506398"/>
                <a:ext cx="174727" cy="276999"/>
              </a:xfrm>
              <a:prstGeom prst="rect">
                <a:avLst/>
              </a:prstGeom>
              <a:blipFill>
                <a:blip r:embed="rId3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E04381A-7E5F-483B-4650-8417CB846FDA}"/>
                  </a:ext>
                </a:extLst>
              </p:cNvPr>
              <p:cNvSpPr txBox="1"/>
              <p:nvPr/>
            </p:nvSpPr>
            <p:spPr>
              <a:xfrm>
                <a:off x="3762273" y="3506399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E04381A-7E5F-483B-4650-8417CB846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273" y="3506399"/>
                <a:ext cx="174727" cy="276999"/>
              </a:xfrm>
              <a:prstGeom prst="rect">
                <a:avLst/>
              </a:prstGeom>
              <a:blipFill>
                <a:blip r:embed="rId4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763202-A1AA-1C52-7666-EF7AE6B38CFF}"/>
                  </a:ext>
                </a:extLst>
              </p:cNvPr>
              <p:cNvSpPr txBox="1"/>
              <p:nvPr/>
            </p:nvSpPr>
            <p:spPr>
              <a:xfrm>
                <a:off x="2560586" y="1867113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763202-A1AA-1C52-7666-EF7AE6B38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586" y="1867113"/>
                <a:ext cx="174727" cy="276999"/>
              </a:xfrm>
              <a:prstGeom prst="rect">
                <a:avLst/>
              </a:prstGeom>
              <a:blipFill>
                <a:blip r:embed="rId5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F3C10-E8E4-13AC-14CB-D439A75C478D}"/>
                  </a:ext>
                </a:extLst>
              </p:cNvPr>
              <p:cNvSpPr txBox="1"/>
              <p:nvPr/>
            </p:nvSpPr>
            <p:spPr>
              <a:xfrm>
                <a:off x="2598559" y="3048425"/>
                <a:ext cx="165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F3C10-E8E4-13AC-14CB-D439A75C4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559" y="3048425"/>
                <a:ext cx="165366" cy="276999"/>
              </a:xfrm>
              <a:prstGeom prst="rect">
                <a:avLst/>
              </a:prstGeom>
              <a:blipFill>
                <a:blip r:embed="rId6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9EEFA7F-1170-BBB9-2B05-A5178E22AD5B}"/>
              </a:ext>
            </a:extLst>
          </p:cNvPr>
          <p:cNvCxnSpPr>
            <a:cxnSpLocks/>
            <a:endCxn id="38" idx="7"/>
          </p:cNvCxnSpPr>
          <p:nvPr/>
        </p:nvCxnSpPr>
        <p:spPr>
          <a:xfrm flipH="1">
            <a:off x="4801754" y="3372957"/>
            <a:ext cx="783867" cy="21806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9A154302-6B17-3B92-D438-42DB3CEC8CCC}"/>
              </a:ext>
            </a:extLst>
          </p:cNvPr>
          <p:cNvSpPr/>
          <p:nvPr/>
        </p:nvSpPr>
        <p:spPr>
          <a:xfrm>
            <a:off x="4682513" y="3568699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CC5ABD-E4A9-A5FB-A2BF-356350F66E65}"/>
              </a:ext>
            </a:extLst>
          </p:cNvPr>
          <p:cNvCxnSpPr>
            <a:cxnSpLocks/>
          </p:cNvCxnSpPr>
          <p:nvPr/>
        </p:nvCxnSpPr>
        <p:spPr>
          <a:xfrm>
            <a:off x="5585621" y="3372957"/>
            <a:ext cx="958851" cy="27194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107DF29-4EBB-49FF-0D47-485053C2126C}"/>
              </a:ext>
            </a:extLst>
          </p:cNvPr>
          <p:cNvCxnSpPr>
            <a:cxnSpLocks/>
            <a:endCxn id="38" idx="6"/>
          </p:cNvCxnSpPr>
          <p:nvPr/>
        </p:nvCxnSpPr>
        <p:spPr>
          <a:xfrm flipH="1" flipV="1">
            <a:off x="4822213" y="3644899"/>
            <a:ext cx="1722259" cy="63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B86898B-5178-555B-A264-194586A1C4A5}"/>
                  </a:ext>
                </a:extLst>
              </p:cNvPr>
              <p:cNvSpPr txBox="1"/>
              <p:nvPr/>
            </p:nvSpPr>
            <p:spPr>
              <a:xfrm>
                <a:off x="4437936" y="3506398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B86898B-5178-555B-A264-194586A1C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936" y="3506398"/>
                <a:ext cx="174727" cy="276999"/>
              </a:xfrm>
              <a:prstGeom prst="rect">
                <a:avLst/>
              </a:prstGeom>
              <a:blipFill>
                <a:blip r:embed="rId7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8E7C9B9-A9BA-CAAE-FCD1-B29A543BB2DD}"/>
              </a:ext>
            </a:extLst>
          </p:cNvPr>
          <p:cNvCxnSpPr>
            <a:cxnSpLocks/>
            <a:endCxn id="54" idx="5"/>
          </p:cNvCxnSpPr>
          <p:nvPr/>
        </p:nvCxnSpPr>
        <p:spPr>
          <a:xfrm flipH="1" flipV="1">
            <a:off x="4781295" y="2823583"/>
            <a:ext cx="804326" cy="54937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FC64205C-AF69-812A-DB9E-1DD4551A8586}"/>
              </a:ext>
            </a:extLst>
          </p:cNvPr>
          <p:cNvSpPr/>
          <p:nvPr/>
        </p:nvSpPr>
        <p:spPr>
          <a:xfrm>
            <a:off x="4662054" y="2693501"/>
            <a:ext cx="139700" cy="152400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AB2CD55-C8C6-7F4E-6E81-32976CCB0834}"/>
              </a:ext>
            </a:extLst>
          </p:cNvPr>
          <p:cNvCxnSpPr>
            <a:cxnSpLocks/>
            <a:stCxn id="38" idx="0"/>
            <a:endCxn id="54" idx="4"/>
          </p:cNvCxnSpPr>
          <p:nvPr/>
        </p:nvCxnSpPr>
        <p:spPr>
          <a:xfrm flipH="1" flipV="1">
            <a:off x="4731904" y="2845901"/>
            <a:ext cx="20459" cy="722798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76B7C1C-CD11-3BF4-9350-A10819562BB1}"/>
              </a:ext>
            </a:extLst>
          </p:cNvPr>
          <p:cNvCxnSpPr>
            <a:cxnSpLocks/>
            <a:endCxn id="54" idx="6"/>
          </p:cNvCxnSpPr>
          <p:nvPr/>
        </p:nvCxnSpPr>
        <p:spPr>
          <a:xfrm flipH="1" flipV="1">
            <a:off x="4801754" y="2769701"/>
            <a:ext cx="1742718" cy="875198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15F232B-1B16-251D-79F7-B0E55C251824}"/>
                  </a:ext>
                </a:extLst>
              </p:cNvPr>
              <p:cNvSpPr txBox="1"/>
              <p:nvPr/>
            </p:nvSpPr>
            <p:spPr>
              <a:xfrm>
                <a:off x="4235890" y="2295432"/>
                <a:ext cx="139700" cy="3423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15F232B-1B16-251D-79F7-B0E55C251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5890" y="2295432"/>
                <a:ext cx="139700" cy="342338"/>
              </a:xfrm>
              <a:prstGeom prst="rect">
                <a:avLst/>
              </a:prstGeom>
              <a:blipFill>
                <a:blip r:embed="rId8"/>
                <a:stretch>
                  <a:fillRect l="-60870" r="-573913" b="-19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3246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679361C-8A05-77E9-60BE-D87C2EBB6939}"/>
              </a:ext>
            </a:extLst>
          </p:cNvPr>
          <p:cNvSpPr/>
          <p:nvPr/>
        </p:nvSpPr>
        <p:spPr>
          <a:xfrm>
            <a:off x="2332078" y="149086"/>
            <a:ext cx="2394254" cy="1286014"/>
          </a:xfrm>
          <a:prstGeom prst="roundRect">
            <a:avLst>
              <a:gd name="adj" fmla="val 105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F616234-EB45-DAD3-EDB1-A57B61BDAD35}"/>
              </a:ext>
            </a:extLst>
          </p:cNvPr>
          <p:cNvSpPr/>
          <p:nvPr/>
        </p:nvSpPr>
        <p:spPr>
          <a:xfrm>
            <a:off x="168829" y="149087"/>
            <a:ext cx="1860550" cy="746264"/>
          </a:xfrm>
          <a:prstGeom prst="roundRect">
            <a:avLst>
              <a:gd name="adj" fmla="val 105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29349-AE9E-FFFB-B1B0-82FA607E43E2}"/>
                  </a:ext>
                </a:extLst>
              </p:cNvPr>
              <p:cNvSpPr txBox="1"/>
              <p:nvPr/>
            </p:nvSpPr>
            <p:spPr>
              <a:xfrm>
                <a:off x="355600" y="273050"/>
                <a:ext cx="14870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29349-AE9E-FFFB-B1B0-82FA607E4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" y="273050"/>
                <a:ext cx="1487009" cy="276999"/>
              </a:xfrm>
              <a:prstGeom prst="rect">
                <a:avLst/>
              </a:prstGeom>
              <a:blipFill>
                <a:blip r:embed="rId2"/>
                <a:stretch>
                  <a:fillRect l="-327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F92EA-D741-388F-3D8C-462C67037A76}"/>
                  </a:ext>
                </a:extLst>
              </p:cNvPr>
              <p:cNvSpPr txBox="1"/>
              <p:nvPr/>
            </p:nvSpPr>
            <p:spPr>
              <a:xfrm>
                <a:off x="2432050" y="273049"/>
                <a:ext cx="14881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on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F92EA-D741-388F-3D8C-462C67037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050" y="273049"/>
                <a:ext cx="1488163" cy="276999"/>
              </a:xfrm>
              <a:prstGeom prst="rect">
                <a:avLst/>
              </a:prstGeom>
              <a:blipFill>
                <a:blip r:embed="rId3"/>
                <a:stretch>
                  <a:fillRect l="-5328" r="-41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E92BF9-3A3B-6E71-FCAB-0783BD0AFF54}"/>
                  </a:ext>
                </a:extLst>
              </p:cNvPr>
              <p:cNvSpPr txBox="1"/>
              <p:nvPr/>
            </p:nvSpPr>
            <p:spPr>
              <a:xfrm>
                <a:off x="2432050" y="749300"/>
                <a:ext cx="22942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on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E92BF9-3A3B-6E71-FCAB-0783BD0AF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050" y="749300"/>
                <a:ext cx="2294282" cy="276999"/>
              </a:xfrm>
              <a:prstGeom prst="rect">
                <a:avLst/>
              </a:prstGeom>
              <a:blipFill>
                <a:blip r:embed="rId4"/>
                <a:stretch>
                  <a:fillRect l="-532" t="-2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C61CE0A6-F477-3577-0ED4-FBD2786F46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85" t="10100" r="1766" b="1780"/>
          <a:stretch>
            <a:fillRect/>
          </a:stretch>
        </p:blipFill>
        <p:spPr>
          <a:xfrm>
            <a:off x="6870700" y="1298436"/>
            <a:ext cx="4762500" cy="32164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21AA42-1A1A-BC4A-1657-66795E814E7D}"/>
                  </a:ext>
                </a:extLst>
              </p:cNvPr>
              <p:cNvSpPr txBox="1"/>
              <p:nvPr/>
            </p:nvSpPr>
            <p:spPr>
              <a:xfrm>
                <a:off x="8043666" y="4800600"/>
                <a:ext cx="26083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b="0" dirty="0"/>
                  <a:t>Basis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21AA42-1A1A-BC4A-1657-66795E814E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666" y="4800600"/>
                <a:ext cx="2608343" cy="276999"/>
              </a:xfrm>
              <a:prstGeom prst="rect">
                <a:avLst/>
              </a:prstGeom>
              <a:blipFill>
                <a:blip r:embed="rId6"/>
                <a:stretch>
                  <a:fillRect l="-5374" t="-26667" r="-1869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CC155A1-A628-1E04-DF87-9EBA8444D602}"/>
              </a:ext>
            </a:extLst>
          </p:cNvPr>
          <p:cNvSpPr txBox="1"/>
          <p:nvPr/>
        </p:nvSpPr>
        <p:spPr>
          <a:xfrm>
            <a:off x="471528" y="674013"/>
            <a:ext cx="125515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/>
              <a:t>Differential Equation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9D105A-E025-D0B8-8F88-90F8B38402A8}"/>
              </a:ext>
            </a:extLst>
          </p:cNvPr>
          <p:cNvSpPr txBox="1"/>
          <p:nvPr/>
        </p:nvSpPr>
        <p:spPr>
          <a:xfrm>
            <a:off x="2901629" y="1129159"/>
            <a:ext cx="128560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/>
              <a:t>Boundary Conditions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AD37873-79B2-B051-CE5C-1EE6A9CDE05B}"/>
                  </a:ext>
                </a:extLst>
              </p:cNvPr>
              <p:cNvSpPr txBox="1"/>
              <p:nvPr/>
            </p:nvSpPr>
            <p:spPr>
              <a:xfrm>
                <a:off x="2260600" y="1896814"/>
                <a:ext cx="2554161" cy="8102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AD37873-79B2-B051-CE5C-1EE6A9CDE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600" y="1896814"/>
                <a:ext cx="2554161" cy="81022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FE7CD02D-4164-D0AA-7C71-2D5973EAF4D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9091"/>
          <a:stretch>
            <a:fillRect/>
          </a:stretch>
        </p:blipFill>
        <p:spPr>
          <a:xfrm>
            <a:off x="1422400" y="2806932"/>
            <a:ext cx="4495800" cy="313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7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AC36975-60A4-7F15-FF80-EF44218B5ABB}"/>
              </a:ext>
            </a:extLst>
          </p:cNvPr>
          <p:cNvSpPr/>
          <p:nvPr/>
        </p:nvSpPr>
        <p:spPr>
          <a:xfrm>
            <a:off x="1898650" y="4254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4388FF3-D6A4-D786-519F-931FBF35FC17}"/>
              </a:ext>
            </a:extLst>
          </p:cNvPr>
          <p:cNvSpPr/>
          <p:nvPr/>
        </p:nvSpPr>
        <p:spPr>
          <a:xfrm flipV="1">
            <a:off x="2235200" y="4254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F4D0F480-FAA8-C301-6873-2818517C399A}"/>
              </a:ext>
            </a:extLst>
          </p:cNvPr>
          <p:cNvSpPr/>
          <p:nvPr/>
        </p:nvSpPr>
        <p:spPr>
          <a:xfrm>
            <a:off x="2571750" y="4254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262CD7E1-6434-2374-9240-D6D196DDE7C9}"/>
              </a:ext>
            </a:extLst>
          </p:cNvPr>
          <p:cNvSpPr/>
          <p:nvPr/>
        </p:nvSpPr>
        <p:spPr>
          <a:xfrm>
            <a:off x="2235200" y="10223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DB558221-F264-868C-C3A9-414A01B456A2}"/>
              </a:ext>
            </a:extLst>
          </p:cNvPr>
          <p:cNvSpPr/>
          <p:nvPr/>
        </p:nvSpPr>
        <p:spPr>
          <a:xfrm flipV="1">
            <a:off x="2571750" y="10223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45F3AC0C-C74E-BECE-5D9A-C78DFB4107BB}"/>
              </a:ext>
            </a:extLst>
          </p:cNvPr>
          <p:cNvSpPr/>
          <p:nvPr/>
        </p:nvSpPr>
        <p:spPr>
          <a:xfrm flipV="1">
            <a:off x="1898650" y="1022350"/>
            <a:ext cx="673100" cy="596900"/>
          </a:xfrm>
          <a:prstGeom prst="triangle">
            <a:avLst/>
          </a:prstGeom>
          <a:solidFill>
            <a:srgbClr val="FF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BDF090F-5443-1847-A4C2-DA92272C3217}"/>
              </a:ext>
            </a:extLst>
          </p:cNvPr>
          <p:cNvSpPr/>
          <p:nvPr/>
        </p:nvSpPr>
        <p:spPr>
          <a:xfrm>
            <a:off x="2495550" y="946150"/>
            <a:ext cx="158750" cy="1714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94CA15-101C-3E93-7D41-71EF85B39EBE}"/>
                  </a:ext>
                </a:extLst>
              </p:cNvPr>
              <p:cNvSpPr txBox="1"/>
              <p:nvPr/>
            </p:nvSpPr>
            <p:spPr>
              <a:xfrm>
                <a:off x="2768600" y="1031875"/>
                <a:ext cx="1338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294CA15-101C-3E93-7D41-71EF85B39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8600" y="1031875"/>
                <a:ext cx="133818" cy="276999"/>
              </a:xfrm>
              <a:prstGeom prst="rect">
                <a:avLst/>
              </a:prstGeom>
              <a:blipFill>
                <a:blip r:embed="rId2"/>
                <a:stretch>
                  <a:fillRect l="-63636" t="-2174" r="-63636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EBE7A02-293B-3673-4122-A07157B48CD3}"/>
              </a:ext>
            </a:extLst>
          </p:cNvPr>
          <p:cNvSpPr/>
          <p:nvPr/>
        </p:nvSpPr>
        <p:spPr>
          <a:xfrm>
            <a:off x="1225550" y="4254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56548B84-A8A1-769C-CF66-13968C557A38}"/>
              </a:ext>
            </a:extLst>
          </p:cNvPr>
          <p:cNvSpPr/>
          <p:nvPr/>
        </p:nvSpPr>
        <p:spPr>
          <a:xfrm flipV="1">
            <a:off x="1562100" y="4254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70896451-A608-763B-0A56-EF664235F3A3}"/>
              </a:ext>
            </a:extLst>
          </p:cNvPr>
          <p:cNvSpPr/>
          <p:nvPr/>
        </p:nvSpPr>
        <p:spPr>
          <a:xfrm>
            <a:off x="1898650" y="4254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D7DD6100-8170-98D4-9781-ED3F6B598B01}"/>
              </a:ext>
            </a:extLst>
          </p:cNvPr>
          <p:cNvSpPr/>
          <p:nvPr/>
        </p:nvSpPr>
        <p:spPr>
          <a:xfrm>
            <a:off x="1562100" y="10223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C70EFE45-6B20-99D5-4D24-38D4C38E4892}"/>
              </a:ext>
            </a:extLst>
          </p:cNvPr>
          <p:cNvSpPr/>
          <p:nvPr/>
        </p:nvSpPr>
        <p:spPr>
          <a:xfrm flipV="1">
            <a:off x="1898650" y="10223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FFDF1E52-25CB-CC2D-F37F-C23CF41A5E61}"/>
              </a:ext>
            </a:extLst>
          </p:cNvPr>
          <p:cNvSpPr/>
          <p:nvPr/>
        </p:nvSpPr>
        <p:spPr>
          <a:xfrm flipV="1">
            <a:off x="1225550" y="1022350"/>
            <a:ext cx="673100" cy="596900"/>
          </a:xfrm>
          <a:prstGeom prst="triangle">
            <a:avLst/>
          </a:prstGeom>
          <a:solidFill>
            <a:srgbClr val="0000FF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775E68E-82A0-E900-ECE3-6B7745E6D169}"/>
              </a:ext>
            </a:extLst>
          </p:cNvPr>
          <p:cNvSpPr/>
          <p:nvPr/>
        </p:nvSpPr>
        <p:spPr>
          <a:xfrm>
            <a:off x="1822450" y="946150"/>
            <a:ext cx="158750" cy="17145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8ADF94-394C-ACE0-1022-1431753DCA70}"/>
                  </a:ext>
                </a:extLst>
              </p:cNvPr>
              <p:cNvSpPr txBox="1"/>
              <p:nvPr/>
            </p:nvSpPr>
            <p:spPr>
              <a:xfrm>
                <a:off x="1656816" y="979100"/>
                <a:ext cx="1275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8ADF94-394C-ACE0-1022-1431753DC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6816" y="979100"/>
                <a:ext cx="127534" cy="276999"/>
              </a:xfrm>
              <a:prstGeom prst="rect">
                <a:avLst/>
              </a:prstGeom>
              <a:blipFill>
                <a:blip r:embed="rId3"/>
                <a:stretch>
                  <a:fillRect l="-47619" r="-4285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096575C-55D4-725A-CC6A-5A67100E9658}"/>
                  </a:ext>
                </a:extLst>
              </p:cNvPr>
              <p:cNvSpPr txBox="1"/>
              <p:nvPr/>
            </p:nvSpPr>
            <p:spPr>
              <a:xfrm>
                <a:off x="3511550" y="743719"/>
                <a:ext cx="3117849" cy="57631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only overlap on the elements in </a:t>
                </a:r>
                <a:r>
                  <a:rPr lang="en-US" dirty="0">
                    <a:solidFill>
                      <a:schemeClr val="accent5"/>
                    </a:solidFill>
                  </a:rPr>
                  <a:t>purple</a:t>
                </a: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096575C-55D4-725A-CC6A-5A67100E9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1550" y="743719"/>
                <a:ext cx="3117849" cy="576312"/>
              </a:xfrm>
              <a:prstGeom prst="rect">
                <a:avLst/>
              </a:prstGeom>
              <a:blipFill>
                <a:blip r:embed="rId4"/>
                <a:stretch>
                  <a:fillRect l="-4501" t="-11579" b="-2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0DA0B22-EB77-0B5E-B7E9-DF41D1FB1FFE}"/>
                  </a:ext>
                </a:extLst>
              </p:cNvPr>
              <p:cNvSpPr txBox="1"/>
              <p:nvPr/>
            </p:nvSpPr>
            <p:spPr>
              <a:xfrm>
                <a:off x="1225550" y="2216150"/>
                <a:ext cx="4030591" cy="5304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0DA0B22-EB77-0B5E-B7E9-DF41D1FB1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550" y="2216150"/>
                <a:ext cx="4030591" cy="5304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7274BF5E-A4C4-A48D-4304-84D8ACBEF8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51186"/>
            <a:ext cx="5454650" cy="132563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543B3AA-7F0D-0420-B2BA-62A8A2A1F38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9041"/>
          <a:stretch>
            <a:fillRect/>
          </a:stretch>
        </p:blipFill>
        <p:spPr>
          <a:xfrm>
            <a:off x="1720583" y="2901950"/>
            <a:ext cx="2643732" cy="652800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74BE244-2975-EFE9-4253-2B41C57A9633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892688" y="4383193"/>
            <a:ext cx="829993" cy="1303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ECDFC40-09FE-7A8D-6FE0-B3060BCE39D1}"/>
              </a:ext>
            </a:extLst>
          </p:cNvPr>
          <p:cNvSpPr/>
          <p:nvPr/>
        </p:nvSpPr>
        <p:spPr>
          <a:xfrm>
            <a:off x="1702222" y="4253111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FECE8F6-E70F-FC7C-A9BE-9A0B7FA122D1}"/>
              </a:ext>
            </a:extLst>
          </p:cNvPr>
          <p:cNvSpPr/>
          <p:nvPr/>
        </p:nvSpPr>
        <p:spPr>
          <a:xfrm>
            <a:off x="773447" y="5664201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63A4F76-0803-7C66-5ABC-53F38A6E2027}"/>
              </a:ext>
            </a:extLst>
          </p:cNvPr>
          <p:cNvCxnSpPr>
            <a:cxnSpLocks/>
            <a:stCxn id="42" idx="5"/>
            <a:endCxn id="46" idx="1"/>
          </p:cNvCxnSpPr>
          <p:nvPr/>
        </p:nvCxnSpPr>
        <p:spPr>
          <a:xfrm>
            <a:off x="1821463" y="4383193"/>
            <a:ext cx="834402" cy="13096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69461D9-7823-FA2A-D5DF-7C3FCDFFCCDC}"/>
              </a:ext>
            </a:extLst>
          </p:cNvPr>
          <p:cNvCxnSpPr>
            <a:cxnSpLocks/>
            <a:stCxn id="46" idx="2"/>
            <a:endCxn id="43" idx="6"/>
          </p:cNvCxnSpPr>
          <p:nvPr/>
        </p:nvCxnSpPr>
        <p:spPr>
          <a:xfrm flipH="1" flipV="1">
            <a:off x="913147" y="5740401"/>
            <a:ext cx="1722259" cy="63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453AD447-0103-6643-BA39-78A2828EA56E}"/>
              </a:ext>
            </a:extLst>
          </p:cNvPr>
          <p:cNvSpPr/>
          <p:nvPr/>
        </p:nvSpPr>
        <p:spPr>
          <a:xfrm>
            <a:off x="2635406" y="5670550"/>
            <a:ext cx="139700" cy="1524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E5A6E0D-2D20-BD11-7077-82513F62936F}"/>
                  </a:ext>
                </a:extLst>
              </p:cNvPr>
              <p:cNvSpPr txBox="1"/>
              <p:nvPr/>
            </p:nvSpPr>
            <p:spPr>
              <a:xfrm>
                <a:off x="528870" y="5601900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E5A6E0D-2D20-BD11-7077-82513F629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70" y="5601900"/>
                <a:ext cx="174727" cy="276999"/>
              </a:xfrm>
              <a:prstGeom prst="rect">
                <a:avLst/>
              </a:prstGeom>
              <a:blipFill>
                <a:blip r:embed="rId8"/>
                <a:stretch>
                  <a:fillRect l="-35714" r="-3571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6FAE68E-E973-E357-D168-A3BB3AB6D679}"/>
                  </a:ext>
                </a:extLst>
              </p:cNvPr>
              <p:cNvSpPr txBox="1"/>
              <p:nvPr/>
            </p:nvSpPr>
            <p:spPr>
              <a:xfrm>
                <a:off x="2840270" y="5601901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6FAE68E-E973-E357-D168-A3BB3AB6D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270" y="5601901"/>
                <a:ext cx="174727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AB9576B-4AA9-0E53-4E3A-542766C3EF95}"/>
                  </a:ext>
                </a:extLst>
              </p:cNvPr>
              <p:cNvSpPr txBox="1"/>
              <p:nvPr/>
            </p:nvSpPr>
            <p:spPr>
              <a:xfrm>
                <a:off x="1684708" y="4014212"/>
                <a:ext cx="174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AB9576B-4AA9-0E53-4E3A-542766C3E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708" y="4014212"/>
                <a:ext cx="174727" cy="276999"/>
              </a:xfrm>
              <a:prstGeom prst="rect">
                <a:avLst/>
              </a:prstGeom>
              <a:blipFill>
                <a:blip r:embed="rId10"/>
                <a:stretch>
                  <a:fillRect l="-31034" r="-3448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6304C01-B56D-A716-03FA-863CE59C7351}"/>
                  </a:ext>
                </a:extLst>
              </p:cNvPr>
              <p:cNvSpPr txBox="1"/>
              <p:nvPr/>
            </p:nvSpPr>
            <p:spPr>
              <a:xfrm>
                <a:off x="1676556" y="5143927"/>
                <a:ext cx="165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6304C01-B56D-A716-03FA-863CE59C7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556" y="5143927"/>
                <a:ext cx="165366" cy="276999"/>
              </a:xfrm>
              <a:prstGeom prst="rect">
                <a:avLst/>
              </a:prstGeom>
              <a:blipFill>
                <a:blip r:embed="rId11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945CB9A7-A9AE-5C3B-AF64-D69D20E61C54}"/>
              </a:ext>
            </a:extLst>
          </p:cNvPr>
          <p:cNvSpPr/>
          <p:nvPr/>
        </p:nvSpPr>
        <p:spPr>
          <a:xfrm>
            <a:off x="864853" y="4329311"/>
            <a:ext cx="1838994" cy="1400591"/>
          </a:xfrm>
          <a:prstGeom prst="triangle">
            <a:avLst/>
          </a:prstGeom>
          <a:solidFill>
            <a:srgbClr val="7030A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1293DCC-C48C-6240-9CF3-E99CD73A939A}"/>
              </a:ext>
            </a:extLst>
          </p:cNvPr>
          <p:cNvCxnSpPr/>
          <p:nvPr/>
        </p:nvCxnSpPr>
        <p:spPr>
          <a:xfrm>
            <a:off x="990600" y="3867150"/>
            <a:ext cx="666216" cy="424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5C0ED17-325B-9A56-E14E-ACDE0AFA9F71}"/>
              </a:ext>
            </a:extLst>
          </p:cNvPr>
          <p:cNvSpPr txBox="1"/>
          <p:nvPr/>
        </p:nvSpPr>
        <p:spPr>
          <a:xfrm>
            <a:off x="312786" y="3546768"/>
            <a:ext cx="135562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Pseudo-index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A0558F3-C770-A3D0-4901-736C40EA15CE}"/>
                  </a:ext>
                </a:extLst>
              </p:cNvPr>
              <p:cNvSpPr txBox="1"/>
              <p:nvPr/>
            </p:nvSpPr>
            <p:spPr>
              <a:xfrm>
                <a:off x="4633841" y="4073718"/>
                <a:ext cx="4344779" cy="5304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A0558F3-C770-A3D0-4901-736C40EA1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841" y="4073718"/>
                <a:ext cx="4344779" cy="53040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43BC3DD-B23F-0D2D-D1B7-276EEE43E6B9}"/>
                  </a:ext>
                </a:extLst>
              </p:cNvPr>
              <p:cNvSpPr txBox="1"/>
              <p:nvPr/>
            </p:nvSpPr>
            <p:spPr>
              <a:xfrm>
                <a:off x="4633841" y="4752024"/>
                <a:ext cx="3512949" cy="5304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43BC3DD-B23F-0D2D-D1B7-276EEE43E6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841" y="4752024"/>
                <a:ext cx="3512949" cy="53040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71560C0-C92E-7C14-808A-B68FB281C2E8}"/>
                  </a:ext>
                </a:extLst>
              </p:cNvPr>
              <p:cNvSpPr txBox="1"/>
              <p:nvPr/>
            </p:nvSpPr>
            <p:spPr>
              <a:xfrm>
                <a:off x="4702229" y="5393906"/>
                <a:ext cx="4547912" cy="5852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∇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d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71560C0-C92E-7C14-808A-B68FB281C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2229" y="5393906"/>
                <a:ext cx="4547912" cy="58522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BF989AD-99B5-1FCC-45E7-509312B99049}"/>
                  </a:ext>
                </a:extLst>
              </p:cNvPr>
              <p:cNvSpPr txBox="1"/>
              <p:nvPr/>
            </p:nvSpPr>
            <p:spPr>
              <a:xfrm>
                <a:off x="4465690" y="6072212"/>
                <a:ext cx="5784212" cy="6374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</m:d>
                            </m:sup>
                          </m:sSup>
                        </m:sub>
                        <m:sup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∇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nary>
                        <m:naryPr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</m:d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BF989AD-99B5-1FCC-45E7-509312B99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90" y="6072212"/>
                <a:ext cx="5784212" cy="6374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412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80DCC3-600B-2E1E-C15B-9B2537AB6A70}"/>
                  </a:ext>
                </a:extLst>
              </p:cNvPr>
              <p:cNvSpPr/>
              <p:nvPr/>
            </p:nvSpPr>
            <p:spPr>
              <a:xfrm>
                <a:off x="687547" y="1285613"/>
                <a:ext cx="4647501" cy="4286775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80DCC3-600B-2E1E-C15B-9B2537AB6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547" y="1285613"/>
                <a:ext cx="4647501" cy="4286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8B6FB43-E18A-C55A-B0DC-CFE71E61F226}"/>
                  </a:ext>
                </a:extLst>
              </p:cNvPr>
              <p:cNvSpPr/>
              <p:nvPr/>
            </p:nvSpPr>
            <p:spPr>
              <a:xfrm>
                <a:off x="5527996" y="1285613"/>
                <a:ext cx="708869" cy="4286775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8B6FB43-E18A-C55A-B0DC-CFE71E61F2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996" y="1285613"/>
                <a:ext cx="708869" cy="4286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C8E3349-E026-CA54-E962-19CBBF34AC88}"/>
                  </a:ext>
                </a:extLst>
              </p:cNvPr>
              <p:cNvSpPr txBox="1"/>
              <p:nvPr/>
            </p:nvSpPr>
            <p:spPr>
              <a:xfrm>
                <a:off x="6394158" y="3116510"/>
                <a:ext cx="38953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C8E3349-E026-CA54-E962-19CBBF34A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158" y="3116510"/>
                <a:ext cx="38953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E8076D-2E5C-1D8F-29B5-A5398E9995B1}"/>
                  </a:ext>
                </a:extLst>
              </p:cNvPr>
              <p:cNvSpPr/>
              <p:nvPr/>
            </p:nvSpPr>
            <p:spPr>
              <a:xfrm>
                <a:off x="6817104" y="1285612"/>
                <a:ext cx="708869" cy="4286775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E8076D-2E5C-1D8F-29B5-A5398E9995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7104" y="1285612"/>
                <a:ext cx="708869" cy="4286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9C1E2E-DB96-B86F-B47B-9BDF3D97808A}"/>
                  </a:ext>
                </a:extLst>
              </p:cNvPr>
              <p:cNvSpPr txBox="1"/>
              <p:nvPr/>
            </p:nvSpPr>
            <p:spPr>
              <a:xfrm>
                <a:off x="8106212" y="1285612"/>
                <a:ext cx="3539066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contains both Dirichlet nodes and nodes we need so solve for! They are not necessarily at the beginning or end from the mesh library.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9C1E2E-DB96-B86F-B47B-9BDF3D978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6212" y="1285612"/>
                <a:ext cx="3539066" cy="1107996"/>
              </a:xfrm>
              <a:prstGeom prst="rect">
                <a:avLst/>
              </a:prstGeom>
              <a:blipFill>
                <a:blip r:embed="rId6"/>
                <a:stretch>
                  <a:fillRect l="-4138" t="-6593" r="-5172" b="-12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6005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894A-1DB1-23C2-3660-8BA5A5A8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605ABE8-EEC3-0A1A-E7C4-2120DBC69621}"/>
                  </a:ext>
                </a:extLst>
              </p:cNvPr>
              <p:cNvSpPr/>
              <p:nvPr/>
            </p:nvSpPr>
            <p:spPr>
              <a:xfrm>
                <a:off x="598647" y="1285613"/>
                <a:ext cx="4647501" cy="464708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605ABE8-EEC3-0A1A-E7C4-2120DBC696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47" y="1285613"/>
                <a:ext cx="4647501" cy="46470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7D6C55-7EE3-B473-10ED-4BA0310CCDFD}"/>
                  </a:ext>
                </a:extLst>
              </p:cNvPr>
              <p:cNvSpPr/>
              <p:nvPr/>
            </p:nvSpPr>
            <p:spPr>
              <a:xfrm>
                <a:off x="5439096" y="1285613"/>
                <a:ext cx="238851" cy="464708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7D6C55-7EE3-B473-10ED-4BA0310CCD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096" y="1285613"/>
                <a:ext cx="238851" cy="4647089"/>
              </a:xfrm>
              <a:prstGeom prst="rect">
                <a:avLst/>
              </a:prstGeom>
              <a:blipFill>
                <a:blip r:embed="rId3"/>
                <a:stretch>
                  <a:fillRect l="-33333" r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CAFAE5-61CC-2CCC-FCD4-36EE0B4684E1}"/>
                  </a:ext>
                </a:extLst>
              </p:cNvPr>
              <p:cNvSpPr txBox="1"/>
              <p:nvPr/>
            </p:nvSpPr>
            <p:spPr>
              <a:xfrm>
                <a:off x="5676130" y="3116510"/>
                <a:ext cx="38953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CAFAE5-61CC-2CCC-FCD4-36EE0B468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130" y="3116510"/>
                <a:ext cx="38953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74367EE-2AF4-976A-2D9D-62A199BB91D4}"/>
                  </a:ext>
                </a:extLst>
              </p:cNvPr>
              <p:cNvSpPr/>
              <p:nvPr/>
            </p:nvSpPr>
            <p:spPr>
              <a:xfrm>
                <a:off x="6126344" y="1285612"/>
                <a:ext cx="238852" cy="464708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74367EE-2AF4-976A-2D9D-62A199BB91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344" y="1285612"/>
                <a:ext cx="238852" cy="4647089"/>
              </a:xfrm>
              <a:prstGeom prst="rect">
                <a:avLst/>
              </a:prstGeom>
              <a:blipFill>
                <a:blip r:embed="rId5"/>
                <a:stretch>
                  <a:fillRect l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7AF505A3-C1B5-3380-D4D4-0A91B693B9FD}"/>
              </a:ext>
            </a:extLst>
          </p:cNvPr>
          <p:cNvSpPr/>
          <p:nvPr/>
        </p:nvSpPr>
        <p:spPr>
          <a:xfrm>
            <a:off x="5439096" y="1799167"/>
            <a:ext cx="238851" cy="228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CE6771-47D8-C761-FD49-A3A1E623F6D5}"/>
              </a:ext>
            </a:extLst>
          </p:cNvPr>
          <p:cNvSpPr/>
          <p:nvPr/>
        </p:nvSpPr>
        <p:spPr>
          <a:xfrm>
            <a:off x="5439096" y="2459567"/>
            <a:ext cx="238851" cy="228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E741B-6C1C-0050-346D-D49EDD9D2A90}"/>
              </a:ext>
            </a:extLst>
          </p:cNvPr>
          <p:cNvSpPr/>
          <p:nvPr/>
        </p:nvSpPr>
        <p:spPr>
          <a:xfrm>
            <a:off x="5439096" y="4157134"/>
            <a:ext cx="238851" cy="228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4BC3AE-8D44-B13F-5518-BE4DFC849D17}"/>
              </a:ext>
            </a:extLst>
          </p:cNvPr>
          <p:cNvSpPr/>
          <p:nvPr/>
        </p:nvSpPr>
        <p:spPr>
          <a:xfrm>
            <a:off x="6126344" y="1799167"/>
            <a:ext cx="238852" cy="2286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F49DAC-7587-D85A-ABF8-B86E67F9990F}"/>
              </a:ext>
            </a:extLst>
          </p:cNvPr>
          <p:cNvSpPr/>
          <p:nvPr/>
        </p:nvSpPr>
        <p:spPr>
          <a:xfrm>
            <a:off x="6126344" y="4157134"/>
            <a:ext cx="238852" cy="2286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C8A897-AF1E-E568-29C5-9E1D8186CC23}"/>
              </a:ext>
            </a:extLst>
          </p:cNvPr>
          <p:cNvSpPr/>
          <p:nvPr/>
        </p:nvSpPr>
        <p:spPr>
          <a:xfrm>
            <a:off x="6126343" y="2459567"/>
            <a:ext cx="238852" cy="2286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C75F-6F61-FFD4-008D-22AE94EADE5D}"/>
                  </a:ext>
                </a:extLst>
              </p:cNvPr>
              <p:cNvSpPr txBox="1"/>
              <p:nvPr/>
            </p:nvSpPr>
            <p:spPr>
              <a:xfrm>
                <a:off x="103081" y="3429000"/>
                <a:ext cx="1275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2CC75F-6F61-FFD4-008D-22AE94EAD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81" y="3429000"/>
                <a:ext cx="127534" cy="276999"/>
              </a:xfrm>
              <a:prstGeom prst="rect">
                <a:avLst/>
              </a:prstGeom>
              <a:blipFill>
                <a:blip r:embed="rId6"/>
                <a:stretch>
                  <a:fillRect l="-47619" r="-42857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FABDE95-FE51-9F58-11E2-5DE9EE332DA9}"/>
              </a:ext>
            </a:extLst>
          </p:cNvPr>
          <p:cNvCxnSpPr/>
          <p:nvPr/>
        </p:nvCxnSpPr>
        <p:spPr>
          <a:xfrm>
            <a:off x="372533" y="1465565"/>
            <a:ext cx="0" cy="4286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9325BA-72DC-D6A1-5409-7501B2B04084}"/>
              </a:ext>
            </a:extLst>
          </p:cNvPr>
          <p:cNvCxnSpPr>
            <a:cxnSpLocks/>
          </p:cNvCxnSpPr>
          <p:nvPr/>
        </p:nvCxnSpPr>
        <p:spPr>
          <a:xfrm rot="16200000">
            <a:off x="2922397" y="-1078705"/>
            <a:ext cx="0" cy="4286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7DC85DE-F781-4773-1B7A-51F04EB25118}"/>
                  </a:ext>
                </a:extLst>
              </p:cNvPr>
              <p:cNvSpPr txBox="1"/>
              <p:nvPr/>
            </p:nvSpPr>
            <p:spPr>
              <a:xfrm>
                <a:off x="2794863" y="677218"/>
                <a:ext cx="133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7DC85DE-F781-4773-1B7A-51F04EB251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4863" y="677218"/>
                <a:ext cx="133819" cy="276999"/>
              </a:xfrm>
              <a:prstGeom prst="rect">
                <a:avLst/>
              </a:prstGeom>
              <a:blipFill>
                <a:blip r:embed="rId7"/>
                <a:stretch>
                  <a:fillRect l="-63636" t="-2174" r="-63636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81A29BE3-7A45-F66C-25A2-C4F7838B8A86}"/>
              </a:ext>
            </a:extLst>
          </p:cNvPr>
          <p:cNvGrpSpPr/>
          <p:nvPr/>
        </p:nvGrpSpPr>
        <p:grpSpPr>
          <a:xfrm rot="16200000">
            <a:off x="132980" y="2315669"/>
            <a:ext cx="4647501" cy="2586567"/>
            <a:chOff x="839947" y="1951567"/>
            <a:chExt cx="4647501" cy="258656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8C747A8-0CF2-6B3F-8F4B-F84F54F26891}"/>
                </a:ext>
              </a:extLst>
            </p:cNvPr>
            <p:cNvSpPr/>
            <p:nvPr/>
          </p:nvSpPr>
          <p:spPr>
            <a:xfrm>
              <a:off x="839947" y="1951567"/>
              <a:ext cx="4647501" cy="2286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93724E-41E6-F06B-153B-EAE5743430F4}"/>
                </a:ext>
              </a:extLst>
            </p:cNvPr>
            <p:cNvSpPr/>
            <p:nvPr/>
          </p:nvSpPr>
          <p:spPr>
            <a:xfrm>
              <a:off x="839947" y="2611967"/>
              <a:ext cx="4647501" cy="2286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637A723-6335-E899-0715-04D01F654D92}"/>
                </a:ext>
              </a:extLst>
            </p:cNvPr>
            <p:cNvSpPr/>
            <p:nvPr/>
          </p:nvSpPr>
          <p:spPr>
            <a:xfrm>
              <a:off x="839947" y="4309534"/>
              <a:ext cx="4647501" cy="2286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CE82B7-F24A-11ED-18A3-3EB6584DC5C4}"/>
              </a:ext>
            </a:extLst>
          </p:cNvPr>
          <p:cNvGrpSpPr/>
          <p:nvPr/>
        </p:nvGrpSpPr>
        <p:grpSpPr>
          <a:xfrm>
            <a:off x="598647" y="1799167"/>
            <a:ext cx="4647501" cy="2586567"/>
            <a:chOff x="687547" y="1799167"/>
            <a:chExt cx="4647501" cy="258656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DBCF09E-7494-88A3-EFDE-E704D1A5B332}"/>
                </a:ext>
              </a:extLst>
            </p:cNvPr>
            <p:cNvSpPr/>
            <p:nvPr/>
          </p:nvSpPr>
          <p:spPr>
            <a:xfrm>
              <a:off x="687547" y="1799167"/>
              <a:ext cx="4647501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54D7E3A-72D5-B33D-6D81-AA03E66DDF02}"/>
                </a:ext>
              </a:extLst>
            </p:cNvPr>
            <p:cNvSpPr/>
            <p:nvPr/>
          </p:nvSpPr>
          <p:spPr>
            <a:xfrm>
              <a:off x="687547" y="2459567"/>
              <a:ext cx="4647501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E4A9BF5-3668-F9E8-6523-872D71943094}"/>
                </a:ext>
              </a:extLst>
            </p:cNvPr>
            <p:cNvSpPr/>
            <p:nvPr/>
          </p:nvSpPr>
          <p:spPr>
            <a:xfrm>
              <a:off x="687547" y="4157134"/>
              <a:ext cx="4647501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188E235E-A279-C6D9-C46B-7FE6BEB79E3D}"/>
              </a:ext>
            </a:extLst>
          </p:cNvPr>
          <p:cNvSpPr/>
          <p:nvPr/>
        </p:nvSpPr>
        <p:spPr>
          <a:xfrm rot="16200000">
            <a:off x="8491014" y="1802918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04C4EFD-CE28-7257-70F0-311A12E0DCEA}"/>
              </a:ext>
            </a:extLst>
          </p:cNvPr>
          <p:cNvSpPr/>
          <p:nvPr/>
        </p:nvSpPr>
        <p:spPr>
          <a:xfrm rot="16200000">
            <a:off x="8491014" y="2316884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C8229E-66FE-C2F7-0D4E-82C21D61D93C}"/>
              </a:ext>
            </a:extLst>
          </p:cNvPr>
          <p:cNvSpPr/>
          <p:nvPr/>
        </p:nvSpPr>
        <p:spPr>
          <a:xfrm rot="16200000">
            <a:off x="8054597" y="3267267"/>
            <a:ext cx="1386801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6D992E-E03D-BDEB-8DC9-CDD267B7ED6F}"/>
              </a:ext>
            </a:extLst>
          </p:cNvPr>
          <p:cNvSpPr/>
          <p:nvPr/>
        </p:nvSpPr>
        <p:spPr>
          <a:xfrm rot="16200000">
            <a:off x="7974513" y="4734152"/>
            <a:ext cx="1546968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617FF6A-ABC7-96A4-B728-2FEEB09BE064}"/>
              </a:ext>
            </a:extLst>
          </p:cNvPr>
          <p:cNvSpPr/>
          <p:nvPr/>
        </p:nvSpPr>
        <p:spPr>
          <a:xfrm rot="16200000">
            <a:off x="8719615" y="1802918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2F704C1-7D01-D939-DE39-D47F56C22197}"/>
              </a:ext>
            </a:extLst>
          </p:cNvPr>
          <p:cNvSpPr/>
          <p:nvPr/>
        </p:nvSpPr>
        <p:spPr>
          <a:xfrm rot="16200000">
            <a:off x="8719615" y="2316884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273273-AC14-EFCD-68CE-D1EB23EA7FAC}"/>
              </a:ext>
            </a:extLst>
          </p:cNvPr>
          <p:cNvSpPr/>
          <p:nvPr/>
        </p:nvSpPr>
        <p:spPr>
          <a:xfrm rot="16200000">
            <a:off x="8283198" y="3267267"/>
            <a:ext cx="1386801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CB3384-60C8-6ED5-5F5B-8BAE18A3DA5E}"/>
              </a:ext>
            </a:extLst>
          </p:cNvPr>
          <p:cNvSpPr/>
          <p:nvPr/>
        </p:nvSpPr>
        <p:spPr>
          <a:xfrm rot="16200000">
            <a:off x="8203114" y="4734152"/>
            <a:ext cx="1546968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AD19B09-FC7B-7FE7-148D-894EAF85B6AE}"/>
              </a:ext>
            </a:extLst>
          </p:cNvPr>
          <p:cNvSpPr/>
          <p:nvPr/>
        </p:nvSpPr>
        <p:spPr>
          <a:xfrm rot="16200000">
            <a:off x="8948216" y="1802918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0F603F2-B31E-60ED-8AF1-4A810B50A33B}"/>
              </a:ext>
            </a:extLst>
          </p:cNvPr>
          <p:cNvSpPr/>
          <p:nvPr/>
        </p:nvSpPr>
        <p:spPr>
          <a:xfrm rot="16200000">
            <a:off x="8948216" y="2316884"/>
            <a:ext cx="513966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2EA0311-872F-7095-CC4C-C2BCBE16F998}"/>
              </a:ext>
            </a:extLst>
          </p:cNvPr>
          <p:cNvSpPr/>
          <p:nvPr/>
        </p:nvSpPr>
        <p:spPr>
          <a:xfrm rot="16200000">
            <a:off x="8511799" y="3267267"/>
            <a:ext cx="1386801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B93051E-693E-28EE-7F07-BCF3EC23B54B}"/>
              </a:ext>
            </a:extLst>
          </p:cNvPr>
          <p:cNvSpPr/>
          <p:nvPr/>
        </p:nvSpPr>
        <p:spPr>
          <a:xfrm rot="16200000">
            <a:off x="8431715" y="4734152"/>
            <a:ext cx="1546968" cy="22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9F56727-A5ED-505B-4ABB-A89474B1D0FE}"/>
              </a:ext>
            </a:extLst>
          </p:cNvPr>
          <p:cNvGrpSpPr/>
          <p:nvPr/>
        </p:nvGrpSpPr>
        <p:grpSpPr>
          <a:xfrm>
            <a:off x="9548102" y="3086101"/>
            <a:ext cx="228602" cy="685798"/>
            <a:chOff x="10102665" y="2459567"/>
            <a:chExt cx="708869" cy="685798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ECD8D9A-8E7D-877E-3327-B0B6442B7174}"/>
                </a:ext>
              </a:extLst>
            </p:cNvPr>
            <p:cNvSpPr/>
            <p:nvPr/>
          </p:nvSpPr>
          <p:spPr>
            <a:xfrm>
              <a:off x="10102665" y="2459567"/>
              <a:ext cx="708869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5461B34-93F3-3932-7F47-634E05CE02D0}"/>
                </a:ext>
              </a:extLst>
            </p:cNvPr>
            <p:cNvSpPr/>
            <p:nvPr/>
          </p:nvSpPr>
          <p:spPr>
            <a:xfrm>
              <a:off x="10102665" y="2688165"/>
              <a:ext cx="708869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C6C6445-B5D9-E7C7-4C3C-3CDC46F2F7BF}"/>
                </a:ext>
              </a:extLst>
            </p:cNvPr>
            <p:cNvSpPr/>
            <p:nvPr/>
          </p:nvSpPr>
          <p:spPr>
            <a:xfrm>
              <a:off x="10102665" y="2916765"/>
              <a:ext cx="708869" cy="2286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74DE258-4480-502F-C245-D48A2F2D1B90}"/>
                  </a:ext>
                </a:extLst>
              </p:cNvPr>
              <p:cNvSpPr txBox="1"/>
              <p:nvPr/>
            </p:nvSpPr>
            <p:spPr>
              <a:xfrm>
                <a:off x="9852859" y="3182088"/>
                <a:ext cx="38953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74DE258-4480-502F-C245-D48A2F2D1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2859" y="3182088"/>
                <a:ext cx="389530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ctangle 55">
            <a:extLst>
              <a:ext uri="{FF2B5EF4-FFF2-40B4-BE49-F238E27FC236}">
                <a16:creationId xmlns:a16="http://schemas.microsoft.com/office/drawing/2014/main" id="{40E638F6-4365-2962-0EB5-96A82593D649}"/>
              </a:ext>
            </a:extLst>
          </p:cNvPr>
          <p:cNvSpPr/>
          <p:nvPr/>
        </p:nvSpPr>
        <p:spPr>
          <a:xfrm rot="16200000">
            <a:off x="10175864" y="1802916"/>
            <a:ext cx="513966" cy="2286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0552B73-C124-6C4B-153A-0162ECEA741B}"/>
              </a:ext>
            </a:extLst>
          </p:cNvPr>
          <p:cNvSpPr/>
          <p:nvPr/>
        </p:nvSpPr>
        <p:spPr>
          <a:xfrm rot="16200000">
            <a:off x="10175864" y="2316882"/>
            <a:ext cx="513966" cy="2286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3893A32-781B-4EDC-E875-CD780336B883}"/>
                  </a:ext>
                </a:extLst>
              </p:cNvPr>
              <p:cNvSpPr/>
              <p:nvPr/>
            </p:nvSpPr>
            <p:spPr>
              <a:xfrm>
                <a:off x="10318544" y="2688166"/>
                <a:ext cx="228601" cy="1386802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3893A32-781B-4EDC-E875-CD780336B8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44" y="2688166"/>
                <a:ext cx="228601" cy="1386802"/>
              </a:xfrm>
              <a:prstGeom prst="rect">
                <a:avLst/>
              </a:prstGeom>
              <a:blipFill>
                <a:blip r:embed="rId9"/>
                <a:stretch>
                  <a:fillRect l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Rectangle 61">
            <a:extLst>
              <a:ext uri="{FF2B5EF4-FFF2-40B4-BE49-F238E27FC236}">
                <a16:creationId xmlns:a16="http://schemas.microsoft.com/office/drawing/2014/main" id="{40D044DC-8512-71BC-3A2E-BA4F1652F99B}"/>
              </a:ext>
            </a:extLst>
          </p:cNvPr>
          <p:cNvSpPr/>
          <p:nvPr/>
        </p:nvSpPr>
        <p:spPr>
          <a:xfrm rot="16200000">
            <a:off x="9659363" y="4734150"/>
            <a:ext cx="1546968" cy="2286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AAEA9B9-FE3B-21CD-29B4-FAAC2B301A3B}"/>
              </a:ext>
            </a:extLst>
          </p:cNvPr>
          <p:cNvCxnSpPr>
            <a:cxnSpLocks/>
          </p:cNvCxnSpPr>
          <p:nvPr/>
        </p:nvCxnSpPr>
        <p:spPr>
          <a:xfrm>
            <a:off x="6735233" y="3543299"/>
            <a:ext cx="121073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2F782CE-3DD6-D93E-4984-7A7B6188BA00}"/>
              </a:ext>
            </a:extLst>
          </p:cNvPr>
          <p:cNvCxnSpPr>
            <a:cxnSpLocks/>
          </p:cNvCxnSpPr>
          <p:nvPr/>
        </p:nvCxnSpPr>
        <p:spPr>
          <a:xfrm>
            <a:off x="8573386" y="1465565"/>
            <a:ext cx="8180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56F36C6-FA0E-EA9E-516B-C97E785C4789}"/>
                  </a:ext>
                </a:extLst>
              </p:cNvPr>
              <p:cNvSpPr txBox="1"/>
              <p:nvPr/>
            </p:nvSpPr>
            <p:spPr>
              <a:xfrm>
                <a:off x="8909688" y="1008202"/>
                <a:ext cx="2558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56F36C6-FA0E-EA9E-516B-C97E785C4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688" y="1008202"/>
                <a:ext cx="255839" cy="276999"/>
              </a:xfrm>
              <a:prstGeom prst="rect">
                <a:avLst/>
              </a:prstGeom>
              <a:blipFill>
                <a:blip r:embed="rId10"/>
                <a:stretch>
                  <a:fillRect l="-33333" t="-2174" r="-7143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AD3A30-7F9D-0E67-6874-3C641B25846B}"/>
              </a:ext>
            </a:extLst>
          </p:cNvPr>
          <p:cNvCxnSpPr>
            <a:cxnSpLocks/>
          </p:cNvCxnSpPr>
          <p:nvPr/>
        </p:nvCxnSpPr>
        <p:spPr>
          <a:xfrm>
            <a:off x="8411633" y="1660234"/>
            <a:ext cx="0" cy="3992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1A0D724A-9B76-AB40-37A5-09280002C7D3}"/>
                  </a:ext>
                </a:extLst>
              </p:cNvPr>
              <p:cNvSpPr txBox="1"/>
              <p:nvPr/>
            </p:nvSpPr>
            <p:spPr>
              <a:xfrm>
                <a:off x="8001537" y="3397532"/>
                <a:ext cx="3760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1A0D724A-9B76-AB40-37A5-09280002C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537" y="3397532"/>
                <a:ext cx="376065" cy="276999"/>
              </a:xfrm>
              <a:prstGeom prst="rect">
                <a:avLst/>
              </a:prstGeom>
              <a:blipFill>
                <a:blip r:embed="rId11"/>
                <a:stretch>
                  <a:fillRect l="-22951" t="-2174" r="-4918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CE892FD-4F79-66B5-A9CF-AC1392FD1F5C}"/>
              </a:ext>
            </a:extLst>
          </p:cNvPr>
          <p:cNvCxnSpPr>
            <a:cxnSpLocks/>
          </p:cNvCxnSpPr>
          <p:nvPr/>
        </p:nvCxnSpPr>
        <p:spPr>
          <a:xfrm flipH="1">
            <a:off x="9662403" y="1064682"/>
            <a:ext cx="312106" cy="194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5E3796EA-6796-892F-FB84-02120595126C}"/>
                  </a:ext>
                </a:extLst>
              </p:cNvPr>
              <p:cNvSpPr txBox="1"/>
              <p:nvPr/>
            </p:nvSpPr>
            <p:spPr>
              <a:xfrm>
                <a:off x="9662403" y="478651"/>
                <a:ext cx="184379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Know boundary conditions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5E3796EA-6796-892F-FB84-021205951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403" y="478651"/>
                <a:ext cx="1843798" cy="553998"/>
              </a:xfrm>
              <a:prstGeom prst="rect">
                <a:avLst/>
              </a:prstGeom>
              <a:blipFill>
                <a:blip r:embed="rId12"/>
                <a:stretch>
                  <a:fillRect l="-7591" t="-13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907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F581BA-CA52-0EF9-5910-8F79CA719441}"/>
                  </a:ext>
                </a:extLst>
              </p:cNvPr>
              <p:cNvSpPr txBox="1"/>
              <p:nvPr/>
            </p:nvSpPr>
            <p:spPr>
              <a:xfrm>
                <a:off x="508000" y="285750"/>
                <a:ext cx="3661259" cy="574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F581BA-CA52-0EF9-5910-8F79CA719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0" y="285750"/>
                <a:ext cx="3661259" cy="5740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AE5F82-51C6-6CDA-5018-5980B6035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750" y="0"/>
            <a:ext cx="6826250" cy="37371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0FA766-0D7D-A97B-C1A3-558D09D27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3828082"/>
            <a:ext cx="6959600" cy="113361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06ABD3-A159-C7A2-CC2A-4AB642DB0C21}"/>
                  </a:ext>
                </a:extLst>
              </p:cNvPr>
              <p:cNvSpPr txBox="1"/>
              <p:nvPr/>
            </p:nvSpPr>
            <p:spPr>
              <a:xfrm>
                <a:off x="952500" y="1868554"/>
                <a:ext cx="704744" cy="5657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06ABD3-A159-C7A2-CC2A-4AB642D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0" y="1868554"/>
                <a:ext cx="704744" cy="5657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3C2213-1909-DE58-AF44-0B84FE9C17E6}"/>
                  </a:ext>
                </a:extLst>
              </p:cNvPr>
              <p:cNvSpPr txBox="1"/>
              <p:nvPr/>
            </p:nvSpPr>
            <p:spPr>
              <a:xfrm>
                <a:off x="2075637" y="2012920"/>
                <a:ext cx="7780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3C2213-1909-DE58-AF44-0B84FE9C1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637" y="2012920"/>
                <a:ext cx="778098" cy="276999"/>
              </a:xfrm>
              <a:prstGeom prst="rect">
                <a:avLst/>
              </a:prstGeom>
              <a:blipFill>
                <a:blip r:embed="rId6"/>
                <a:stretch>
                  <a:fillRect l="-10156" r="-781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FAE47B-C5F9-1ACB-77F8-BC0D81326186}"/>
                  </a:ext>
                </a:extLst>
              </p:cNvPr>
              <p:cNvSpPr txBox="1"/>
              <p:nvPr/>
            </p:nvSpPr>
            <p:spPr>
              <a:xfrm>
                <a:off x="3198480" y="2007469"/>
                <a:ext cx="970779" cy="2824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FAE47B-C5F9-1ACB-77F8-BC0D813261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2007469"/>
                <a:ext cx="970779" cy="282450"/>
              </a:xfrm>
              <a:prstGeom prst="rect">
                <a:avLst/>
              </a:prstGeom>
              <a:blipFill>
                <a:blip r:embed="rId7"/>
                <a:stretch>
                  <a:fillRect l="-8805" r="-629" b="-31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EE84D0-AF37-0837-87DB-17B8FA6C83A4}"/>
                  </a:ext>
                </a:extLst>
              </p:cNvPr>
              <p:cNvSpPr txBox="1"/>
              <p:nvPr/>
            </p:nvSpPr>
            <p:spPr>
              <a:xfrm>
                <a:off x="3117850" y="2434286"/>
                <a:ext cx="1353897" cy="2780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𝜔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EE84D0-AF37-0837-87DB-17B8FA6C8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850" y="2434286"/>
                <a:ext cx="1353897" cy="278025"/>
              </a:xfrm>
              <a:prstGeom prst="rect">
                <a:avLst/>
              </a:prstGeom>
              <a:blipFill>
                <a:blip r:embed="rId8"/>
                <a:stretch>
                  <a:fillRect l="-4036" r="-1345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411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176</Words>
  <Application>Microsoft Office PowerPoint</Application>
  <PresentationFormat>Widescreen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FEM Stuff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Horton</dc:creator>
  <cp:lastModifiedBy>Horton, Nicholas B. (Assoc)</cp:lastModifiedBy>
  <cp:revision>4</cp:revision>
  <dcterms:created xsi:type="dcterms:W3CDTF">2026-10-13T11:51:03Z</dcterms:created>
  <dcterms:modified xsi:type="dcterms:W3CDTF">2026-10-16T22:23:19Z</dcterms:modified>
</cp:coreProperties>
</file>