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50" d="100"/>
          <a:sy n="150" d="100"/>
        </p:scale>
        <p:origin x="63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FBA2-561E-1653-71EE-2EC781DFD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88557-D546-3812-FB94-31305F3BB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C2407-1E45-98AF-ADEA-B7CE3D6C1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EC13F-569B-8C1B-E29C-C2B35720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44D6E-EACE-8E58-F6FE-4C2E1DE2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2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6026-6713-39D1-4AC8-8B687557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4434C-D1FA-CE8E-968E-D4E57A7EB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6344E-04FA-7F20-0B4B-20C47079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A9B87-8C9F-1F24-4273-2FD4289A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81D93-1371-EF5B-E56D-7EFBCFD3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564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2A75-D17B-E6E4-436C-88570552F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6D246-9906-2881-D845-7D40D6DAD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2296C-8E68-F763-18E1-91EF5A25B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5A686-59AF-F29A-9E31-E4D7E929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0D17F-6DEA-5A05-A338-04FA7C49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2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BD66-010A-5650-C56F-7F67E7AA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BBAF8-939F-16B0-3ED3-B793E481D4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88548-5AD0-C6D3-8303-A9396E88A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919CF-CE5D-E681-89CB-3A03F80D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40516-79F0-394D-8237-B3829DA3E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A9566-E0B9-3BB9-8C3D-A8434E22A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7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526F-DEA0-3E21-1235-205836D5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B683-7828-92FB-F2BD-F67E900E1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754F2-78FE-06CB-7A79-D98C3DB6B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6FC97-27F0-F213-6724-3DC698243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C7696-09A8-A8E5-AD83-56AB4E6A4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36799-9C8E-0E74-B7BD-99A01962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8C092B-30B2-21B7-63D2-9C8618BB7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71DB69-521E-5953-FAB7-8AEA19BA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7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B91E-7800-D571-F3EB-B379681F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11E33A-9F2B-95EE-CFA0-7BD8A4C8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32944-4C3A-65F6-B68C-0D845F3C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C4CEB-154B-8895-9AF0-0D5AFE94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0EDE42-05E7-2D04-890C-5FA5F327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C05F4-BFF8-A0EC-5AC9-594524F2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2F9D0-3FC0-6935-9573-3C987AB74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6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B8764-112B-F3AB-0C4A-441FCC6C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215B1-1D85-C4FE-78B8-2F571A5F1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A7DA2-96FE-80FB-3F01-74132CF30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0DC4D-04C5-DB1C-84A6-0E5C1339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A78A0-7730-12F6-FC1B-6BEB0A10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86F9F-44DD-9C56-1B93-C4CB5BEB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EAA21-2064-DF18-21D2-A7579EA6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D4B7E4-AFB6-87C3-3769-A8CC24746D3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A086D-F37D-1E9E-0D84-2470EB700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36C40-89B2-A96B-CA1F-5016E382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7E0D1-EAEB-BAE2-779D-E56D90863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211B5-3EAB-9B87-DC2C-C27BA78D1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43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3AB0-C6C8-67B8-095A-792E52C0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691DB-2820-24A1-5061-677AEA735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48EBC-9A3E-8A5C-595E-D2FB52C0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AA08E-EC91-9AE9-5A37-198DCFA16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0D073-992C-9B82-7223-A8C1C223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42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9E1BCD-6BA8-DDAA-65C3-18115BB95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C99E0-47D2-07D3-B06F-8027AD145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0CB34-BBDD-D3DE-7675-0EC92852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AD130-D5D4-AA05-DF74-95328978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9FE6B-01B8-5804-4664-9F50DAFA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6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58F3BA-142F-4ED4-1C2D-1A843F07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D3B37-852B-1D6B-AE4B-35BC1D706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D42B1-8049-3D1D-80FA-B1D8E428E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21B2A-F9C6-4572-9839-0A6F2571620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626BC-6229-CA3C-1C87-4334A2582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0B340-71FB-5B48-7487-A74F3635C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5FAEE-D59C-482C-805F-EEBA1BBA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9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BC28-3310-55F1-F7AE-314F869C67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FEM Stuff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68397-114E-741E-C1FC-A0C188D89D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Nick Horton</a:t>
            </a:r>
          </a:p>
        </p:txBody>
      </p:sp>
    </p:spTree>
    <p:extLst>
      <p:ext uri="{BB962C8B-B14F-4D97-AF65-F5344CB8AC3E}">
        <p14:creationId xmlns:p14="http://schemas.microsoft.com/office/powerpoint/2010/main" val="4045147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80DCC3-600B-2E1E-C15B-9B2537AB6A70}"/>
                  </a:ext>
                </a:extLst>
              </p:cNvPr>
              <p:cNvSpPr/>
              <p:nvPr/>
            </p:nvSpPr>
            <p:spPr>
              <a:xfrm>
                <a:off x="687547" y="1285613"/>
                <a:ext cx="4647501" cy="4286775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80DCC3-600B-2E1E-C15B-9B2537AB6A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47" y="1285613"/>
                <a:ext cx="4647501" cy="4286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B6FB43-E18A-C55A-B0DC-CFE71E61F226}"/>
                  </a:ext>
                </a:extLst>
              </p:cNvPr>
              <p:cNvSpPr/>
              <p:nvPr/>
            </p:nvSpPr>
            <p:spPr>
              <a:xfrm>
                <a:off x="5527996" y="1285613"/>
                <a:ext cx="708869" cy="4286775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B6FB43-E18A-C55A-B0DC-CFE71E61F2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996" y="1285613"/>
                <a:ext cx="708869" cy="4286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8E3349-E026-CA54-E962-19CBBF34AC88}"/>
                  </a:ext>
                </a:extLst>
              </p:cNvPr>
              <p:cNvSpPr txBox="1"/>
              <p:nvPr/>
            </p:nvSpPr>
            <p:spPr>
              <a:xfrm>
                <a:off x="6394158" y="3116510"/>
                <a:ext cx="3895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8E3349-E026-CA54-E962-19CBBF34A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158" y="3116510"/>
                <a:ext cx="38953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E8076D-2E5C-1D8F-29B5-A5398E9995B1}"/>
                  </a:ext>
                </a:extLst>
              </p:cNvPr>
              <p:cNvSpPr/>
              <p:nvPr/>
            </p:nvSpPr>
            <p:spPr>
              <a:xfrm>
                <a:off x="6817104" y="1285612"/>
                <a:ext cx="708869" cy="4286775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E8076D-2E5C-1D8F-29B5-A5398E9995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7104" y="1285612"/>
                <a:ext cx="708869" cy="4286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9C1E2E-DB96-B86F-B47B-9BDF3D97808A}"/>
                  </a:ext>
                </a:extLst>
              </p:cNvPr>
              <p:cNvSpPr txBox="1"/>
              <p:nvPr/>
            </p:nvSpPr>
            <p:spPr>
              <a:xfrm>
                <a:off x="8106212" y="1285612"/>
                <a:ext cx="3539066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contains both Dirichlet nodes and nodes we need so solve for! They are not necessarily at the beginning or end from the mesh library.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9C1E2E-DB96-B86F-B47B-9BDF3D978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212" y="1285612"/>
                <a:ext cx="3539066" cy="1107996"/>
              </a:xfrm>
              <a:prstGeom prst="rect">
                <a:avLst/>
              </a:prstGeom>
              <a:blipFill>
                <a:blip r:embed="rId6"/>
                <a:stretch>
                  <a:fillRect l="-4138" t="-6593" r="-5172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005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8894A-1DB1-23C2-3660-8BA5A5A82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05ABE8-EEC3-0A1A-E7C4-2120DBC69621}"/>
                  </a:ext>
                </a:extLst>
              </p:cNvPr>
              <p:cNvSpPr/>
              <p:nvPr/>
            </p:nvSpPr>
            <p:spPr>
              <a:xfrm>
                <a:off x="598647" y="1285613"/>
                <a:ext cx="4647501" cy="464708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05ABE8-EEC3-0A1A-E7C4-2120DBC696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47" y="1285613"/>
                <a:ext cx="4647501" cy="46470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7D6C55-7EE3-B473-10ED-4BA0310CCDFD}"/>
                  </a:ext>
                </a:extLst>
              </p:cNvPr>
              <p:cNvSpPr/>
              <p:nvPr/>
            </p:nvSpPr>
            <p:spPr>
              <a:xfrm>
                <a:off x="5439096" y="1285613"/>
                <a:ext cx="238851" cy="464708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7D6C55-7EE3-B473-10ED-4BA0310CCD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096" y="1285613"/>
                <a:ext cx="238851" cy="4647089"/>
              </a:xfrm>
              <a:prstGeom prst="rect">
                <a:avLst/>
              </a:prstGeom>
              <a:blipFill>
                <a:blip r:embed="rId3"/>
                <a:stretch>
                  <a:fillRect l="-33333" r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CAFAE5-61CC-2CCC-FCD4-36EE0B4684E1}"/>
                  </a:ext>
                </a:extLst>
              </p:cNvPr>
              <p:cNvSpPr txBox="1"/>
              <p:nvPr/>
            </p:nvSpPr>
            <p:spPr>
              <a:xfrm>
                <a:off x="5676130" y="3116510"/>
                <a:ext cx="3895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CAFAE5-61CC-2CCC-FCD4-36EE0B468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130" y="3116510"/>
                <a:ext cx="38953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74367EE-2AF4-976A-2D9D-62A199BB91D4}"/>
                  </a:ext>
                </a:extLst>
              </p:cNvPr>
              <p:cNvSpPr/>
              <p:nvPr/>
            </p:nvSpPr>
            <p:spPr>
              <a:xfrm>
                <a:off x="6126344" y="1285612"/>
                <a:ext cx="238852" cy="464708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74367EE-2AF4-976A-2D9D-62A199BB91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344" y="1285612"/>
                <a:ext cx="238852" cy="4647089"/>
              </a:xfrm>
              <a:prstGeom prst="rect">
                <a:avLst/>
              </a:prstGeom>
              <a:blipFill>
                <a:blip r:embed="rId5"/>
                <a:stretch>
                  <a:fillRect l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7AF505A3-C1B5-3380-D4D4-0A91B693B9FD}"/>
              </a:ext>
            </a:extLst>
          </p:cNvPr>
          <p:cNvSpPr/>
          <p:nvPr/>
        </p:nvSpPr>
        <p:spPr>
          <a:xfrm>
            <a:off x="5439096" y="1799167"/>
            <a:ext cx="238851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CE6771-47D8-C761-FD49-A3A1E623F6D5}"/>
              </a:ext>
            </a:extLst>
          </p:cNvPr>
          <p:cNvSpPr/>
          <p:nvPr/>
        </p:nvSpPr>
        <p:spPr>
          <a:xfrm>
            <a:off x="5439096" y="2459567"/>
            <a:ext cx="238851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0E741B-6C1C-0050-346D-D49EDD9D2A90}"/>
              </a:ext>
            </a:extLst>
          </p:cNvPr>
          <p:cNvSpPr/>
          <p:nvPr/>
        </p:nvSpPr>
        <p:spPr>
          <a:xfrm>
            <a:off x="5439096" y="4157134"/>
            <a:ext cx="238851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BC3AE-8D44-B13F-5518-BE4DFC849D17}"/>
              </a:ext>
            </a:extLst>
          </p:cNvPr>
          <p:cNvSpPr/>
          <p:nvPr/>
        </p:nvSpPr>
        <p:spPr>
          <a:xfrm>
            <a:off x="6126344" y="1799167"/>
            <a:ext cx="238852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F49DAC-7587-D85A-ABF8-B86E67F9990F}"/>
              </a:ext>
            </a:extLst>
          </p:cNvPr>
          <p:cNvSpPr/>
          <p:nvPr/>
        </p:nvSpPr>
        <p:spPr>
          <a:xfrm>
            <a:off x="6126344" y="4157134"/>
            <a:ext cx="238852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C8A897-AF1E-E568-29C5-9E1D8186CC23}"/>
              </a:ext>
            </a:extLst>
          </p:cNvPr>
          <p:cNvSpPr/>
          <p:nvPr/>
        </p:nvSpPr>
        <p:spPr>
          <a:xfrm>
            <a:off x="6126343" y="2459567"/>
            <a:ext cx="238852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2CC75F-6F61-FFD4-008D-22AE94EADE5D}"/>
                  </a:ext>
                </a:extLst>
              </p:cNvPr>
              <p:cNvSpPr txBox="1"/>
              <p:nvPr/>
            </p:nvSpPr>
            <p:spPr>
              <a:xfrm>
                <a:off x="103081" y="3429000"/>
                <a:ext cx="1275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2CC75F-6F61-FFD4-008D-22AE94EAD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81" y="3429000"/>
                <a:ext cx="127534" cy="276999"/>
              </a:xfrm>
              <a:prstGeom prst="rect">
                <a:avLst/>
              </a:prstGeom>
              <a:blipFill>
                <a:blip r:embed="rId6"/>
                <a:stretch>
                  <a:fillRect l="-47619" r="-4285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ABDE95-FE51-9F58-11E2-5DE9EE332DA9}"/>
              </a:ext>
            </a:extLst>
          </p:cNvPr>
          <p:cNvCxnSpPr/>
          <p:nvPr/>
        </p:nvCxnSpPr>
        <p:spPr>
          <a:xfrm>
            <a:off x="372533" y="1465565"/>
            <a:ext cx="0" cy="4286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9325BA-72DC-D6A1-5409-7501B2B04084}"/>
              </a:ext>
            </a:extLst>
          </p:cNvPr>
          <p:cNvCxnSpPr>
            <a:cxnSpLocks/>
          </p:cNvCxnSpPr>
          <p:nvPr/>
        </p:nvCxnSpPr>
        <p:spPr>
          <a:xfrm rot="16200000">
            <a:off x="2922397" y="-1078705"/>
            <a:ext cx="0" cy="4286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DC85DE-F781-4773-1B7A-51F04EB25118}"/>
                  </a:ext>
                </a:extLst>
              </p:cNvPr>
              <p:cNvSpPr txBox="1"/>
              <p:nvPr/>
            </p:nvSpPr>
            <p:spPr>
              <a:xfrm>
                <a:off x="2794863" y="677218"/>
                <a:ext cx="1338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DC85DE-F781-4773-1B7A-51F04EB25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863" y="677218"/>
                <a:ext cx="133819" cy="276999"/>
              </a:xfrm>
              <a:prstGeom prst="rect">
                <a:avLst/>
              </a:prstGeom>
              <a:blipFill>
                <a:blip r:embed="rId7"/>
                <a:stretch>
                  <a:fillRect l="-63636" t="-2174" r="-63636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81A29BE3-7A45-F66C-25A2-C4F7838B8A86}"/>
              </a:ext>
            </a:extLst>
          </p:cNvPr>
          <p:cNvGrpSpPr/>
          <p:nvPr/>
        </p:nvGrpSpPr>
        <p:grpSpPr>
          <a:xfrm rot="16200000">
            <a:off x="132980" y="2315669"/>
            <a:ext cx="4647501" cy="2586567"/>
            <a:chOff x="839947" y="1951567"/>
            <a:chExt cx="4647501" cy="258656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8C747A8-0CF2-6B3F-8F4B-F84F54F26891}"/>
                </a:ext>
              </a:extLst>
            </p:cNvPr>
            <p:cNvSpPr/>
            <p:nvPr/>
          </p:nvSpPr>
          <p:spPr>
            <a:xfrm>
              <a:off x="839947" y="1951567"/>
              <a:ext cx="4647501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93724E-41E6-F06B-153B-EAE5743430F4}"/>
                </a:ext>
              </a:extLst>
            </p:cNvPr>
            <p:cNvSpPr/>
            <p:nvPr/>
          </p:nvSpPr>
          <p:spPr>
            <a:xfrm>
              <a:off x="839947" y="2611967"/>
              <a:ext cx="4647501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637A723-6335-E899-0715-04D01F654D92}"/>
                </a:ext>
              </a:extLst>
            </p:cNvPr>
            <p:cNvSpPr/>
            <p:nvPr/>
          </p:nvSpPr>
          <p:spPr>
            <a:xfrm>
              <a:off x="839947" y="4309534"/>
              <a:ext cx="4647501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CE82B7-F24A-11ED-18A3-3EB6584DC5C4}"/>
              </a:ext>
            </a:extLst>
          </p:cNvPr>
          <p:cNvGrpSpPr/>
          <p:nvPr/>
        </p:nvGrpSpPr>
        <p:grpSpPr>
          <a:xfrm>
            <a:off x="598647" y="1799167"/>
            <a:ext cx="4647501" cy="2586567"/>
            <a:chOff x="687547" y="1799167"/>
            <a:chExt cx="4647501" cy="258656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BCF09E-7494-88A3-EFDE-E704D1A5B332}"/>
                </a:ext>
              </a:extLst>
            </p:cNvPr>
            <p:cNvSpPr/>
            <p:nvPr/>
          </p:nvSpPr>
          <p:spPr>
            <a:xfrm>
              <a:off x="687547" y="1799167"/>
              <a:ext cx="4647501" cy="228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54D7E3A-72D5-B33D-6D81-AA03E66DDF02}"/>
                </a:ext>
              </a:extLst>
            </p:cNvPr>
            <p:cNvSpPr/>
            <p:nvPr/>
          </p:nvSpPr>
          <p:spPr>
            <a:xfrm>
              <a:off x="687547" y="2459567"/>
              <a:ext cx="4647501" cy="228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E4A9BF5-3668-F9E8-6523-872D71943094}"/>
                </a:ext>
              </a:extLst>
            </p:cNvPr>
            <p:cNvSpPr/>
            <p:nvPr/>
          </p:nvSpPr>
          <p:spPr>
            <a:xfrm>
              <a:off x="687547" y="4157134"/>
              <a:ext cx="4647501" cy="228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188E235E-A279-C6D9-C46B-7FE6BEB79E3D}"/>
              </a:ext>
            </a:extLst>
          </p:cNvPr>
          <p:cNvSpPr/>
          <p:nvPr/>
        </p:nvSpPr>
        <p:spPr>
          <a:xfrm rot="16200000">
            <a:off x="8491014" y="1802918"/>
            <a:ext cx="513966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4C4EFD-CE28-7257-70F0-311A12E0DCEA}"/>
              </a:ext>
            </a:extLst>
          </p:cNvPr>
          <p:cNvSpPr/>
          <p:nvPr/>
        </p:nvSpPr>
        <p:spPr>
          <a:xfrm rot="16200000">
            <a:off x="8491014" y="2316884"/>
            <a:ext cx="513966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C8229E-66FE-C2F7-0D4E-82C21D61D93C}"/>
              </a:ext>
            </a:extLst>
          </p:cNvPr>
          <p:cNvSpPr/>
          <p:nvPr/>
        </p:nvSpPr>
        <p:spPr>
          <a:xfrm rot="16200000">
            <a:off x="8054597" y="3267267"/>
            <a:ext cx="1386801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6D992E-E03D-BDEB-8DC9-CDD267B7ED6F}"/>
              </a:ext>
            </a:extLst>
          </p:cNvPr>
          <p:cNvSpPr/>
          <p:nvPr/>
        </p:nvSpPr>
        <p:spPr>
          <a:xfrm rot="16200000">
            <a:off x="7974513" y="4734152"/>
            <a:ext cx="1546968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17FF6A-ABC7-96A4-B728-2FEEB09BE064}"/>
              </a:ext>
            </a:extLst>
          </p:cNvPr>
          <p:cNvSpPr/>
          <p:nvPr/>
        </p:nvSpPr>
        <p:spPr>
          <a:xfrm rot="16200000">
            <a:off x="8719615" y="1802918"/>
            <a:ext cx="513966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F704C1-7D01-D939-DE39-D47F56C22197}"/>
              </a:ext>
            </a:extLst>
          </p:cNvPr>
          <p:cNvSpPr/>
          <p:nvPr/>
        </p:nvSpPr>
        <p:spPr>
          <a:xfrm rot="16200000">
            <a:off x="8719615" y="2316884"/>
            <a:ext cx="513966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273273-AC14-EFCD-68CE-D1EB23EA7FAC}"/>
              </a:ext>
            </a:extLst>
          </p:cNvPr>
          <p:cNvSpPr/>
          <p:nvPr/>
        </p:nvSpPr>
        <p:spPr>
          <a:xfrm rot="16200000">
            <a:off x="8283198" y="3267267"/>
            <a:ext cx="1386801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CB3384-60C8-6ED5-5F5B-8BAE18A3DA5E}"/>
              </a:ext>
            </a:extLst>
          </p:cNvPr>
          <p:cNvSpPr/>
          <p:nvPr/>
        </p:nvSpPr>
        <p:spPr>
          <a:xfrm rot="16200000">
            <a:off x="8203114" y="4734152"/>
            <a:ext cx="1546968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D19B09-FC7B-7FE7-148D-894EAF85B6AE}"/>
              </a:ext>
            </a:extLst>
          </p:cNvPr>
          <p:cNvSpPr/>
          <p:nvPr/>
        </p:nvSpPr>
        <p:spPr>
          <a:xfrm rot="16200000">
            <a:off x="8948216" y="1802918"/>
            <a:ext cx="513966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F603F2-B31E-60ED-8AF1-4A810B50A33B}"/>
              </a:ext>
            </a:extLst>
          </p:cNvPr>
          <p:cNvSpPr/>
          <p:nvPr/>
        </p:nvSpPr>
        <p:spPr>
          <a:xfrm rot="16200000">
            <a:off x="8948216" y="2316884"/>
            <a:ext cx="513966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EA0311-872F-7095-CC4C-C2BCBE16F998}"/>
              </a:ext>
            </a:extLst>
          </p:cNvPr>
          <p:cNvSpPr/>
          <p:nvPr/>
        </p:nvSpPr>
        <p:spPr>
          <a:xfrm rot="16200000">
            <a:off x="8511799" y="3267267"/>
            <a:ext cx="1386801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B93051E-693E-28EE-7F07-BCF3EC23B54B}"/>
              </a:ext>
            </a:extLst>
          </p:cNvPr>
          <p:cNvSpPr/>
          <p:nvPr/>
        </p:nvSpPr>
        <p:spPr>
          <a:xfrm rot="16200000">
            <a:off x="8431715" y="4734152"/>
            <a:ext cx="1546968" cy="228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9F56727-A5ED-505B-4ABB-A89474B1D0FE}"/>
              </a:ext>
            </a:extLst>
          </p:cNvPr>
          <p:cNvGrpSpPr/>
          <p:nvPr/>
        </p:nvGrpSpPr>
        <p:grpSpPr>
          <a:xfrm>
            <a:off x="9548102" y="3086101"/>
            <a:ext cx="228602" cy="685798"/>
            <a:chOff x="10102665" y="2459567"/>
            <a:chExt cx="708869" cy="68579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ECD8D9A-8E7D-877E-3327-B0B6442B7174}"/>
                </a:ext>
              </a:extLst>
            </p:cNvPr>
            <p:cNvSpPr/>
            <p:nvPr/>
          </p:nvSpPr>
          <p:spPr>
            <a:xfrm>
              <a:off x="10102665" y="2459567"/>
              <a:ext cx="708869" cy="228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5461B34-93F3-3932-7F47-634E05CE02D0}"/>
                </a:ext>
              </a:extLst>
            </p:cNvPr>
            <p:cNvSpPr/>
            <p:nvPr/>
          </p:nvSpPr>
          <p:spPr>
            <a:xfrm>
              <a:off x="10102665" y="2688165"/>
              <a:ext cx="708869" cy="228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C6C6445-B5D9-E7C7-4C3C-3CDC46F2F7BF}"/>
                </a:ext>
              </a:extLst>
            </p:cNvPr>
            <p:cNvSpPr/>
            <p:nvPr/>
          </p:nvSpPr>
          <p:spPr>
            <a:xfrm>
              <a:off x="10102665" y="2916765"/>
              <a:ext cx="708869" cy="228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4DE258-4480-502F-C245-D48A2F2D1B90}"/>
                  </a:ext>
                </a:extLst>
              </p:cNvPr>
              <p:cNvSpPr txBox="1"/>
              <p:nvPr/>
            </p:nvSpPr>
            <p:spPr>
              <a:xfrm>
                <a:off x="9852859" y="3182088"/>
                <a:ext cx="3895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74DE258-4480-502F-C245-D48A2F2D1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859" y="3182088"/>
                <a:ext cx="389530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40E638F6-4365-2962-0EB5-96A82593D649}"/>
              </a:ext>
            </a:extLst>
          </p:cNvPr>
          <p:cNvSpPr/>
          <p:nvPr/>
        </p:nvSpPr>
        <p:spPr>
          <a:xfrm rot="16200000">
            <a:off x="10175864" y="1802916"/>
            <a:ext cx="513966" cy="2286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0552B73-C124-6C4B-153A-0162ECEA741B}"/>
              </a:ext>
            </a:extLst>
          </p:cNvPr>
          <p:cNvSpPr/>
          <p:nvPr/>
        </p:nvSpPr>
        <p:spPr>
          <a:xfrm rot="16200000">
            <a:off x="10175864" y="2316882"/>
            <a:ext cx="513966" cy="2286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3893A32-781B-4EDC-E875-CD780336B883}"/>
                  </a:ext>
                </a:extLst>
              </p:cNvPr>
              <p:cNvSpPr/>
              <p:nvPr/>
            </p:nvSpPr>
            <p:spPr>
              <a:xfrm>
                <a:off x="10318544" y="2688166"/>
                <a:ext cx="228601" cy="138680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3893A32-781B-4EDC-E875-CD780336B8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44" y="2688166"/>
                <a:ext cx="228601" cy="1386802"/>
              </a:xfrm>
              <a:prstGeom prst="rect">
                <a:avLst/>
              </a:prstGeom>
              <a:blipFill>
                <a:blip r:embed="rId9"/>
                <a:stretch>
                  <a:fillRect l="-2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>
            <a:extLst>
              <a:ext uri="{FF2B5EF4-FFF2-40B4-BE49-F238E27FC236}">
                <a16:creationId xmlns:a16="http://schemas.microsoft.com/office/drawing/2014/main" id="{40D044DC-8512-71BC-3A2E-BA4F1652F99B}"/>
              </a:ext>
            </a:extLst>
          </p:cNvPr>
          <p:cNvSpPr/>
          <p:nvPr/>
        </p:nvSpPr>
        <p:spPr>
          <a:xfrm rot="16200000">
            <a:off x="9659363" y="4734150"/>
            <a:ext cx="1546968" cy="2286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AAEA9B9-FE3B-21CD-29B4-FAAC2B301A3B}"/>
              </a:ext>
            </a:extLst>
          </p:cNvPr>
          <p:cNvCxnSpPr>
            <a:cxnSpLocks/>
          </p:cNvCxnSpPr>
          <p:nvPr/>
        </p:nvCxnSpPr>
        <p:spPr>
          <a:xfrm>
            <a:off x="6735233" y="3543299"/>
            <a:ext cx="121073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2F782CE-3DD6-D93E-4984-7A7B6188BA00}"/>
              </a:ext>
            </a:extLst>
          </p:cNvPr>
          <p:cNvCxnSpPr>
            <a:cxnSpLocks/>
          </p:cNvCxnSpPr>
          <p:nvPr/>
        </p:nvCxnSpPr>
        <p:spPr>
          <a:xfrm>
            <a:off x="8573386" y="1465565"/>
            <a:ext cx="8180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56F36C6-FA0E-EA9E-516B-C97E785C4789}"/>
                  </a:ext>
                </a:extLst>
              </p:cNvPr>
              <p:cNvSpPr txBox="1"/>
              <p:nvPr/>
            </p:nvSpPr>
            <p:spPr>
              <a:xfrm>
                <a:off x="8909688" y="1008202"/>
                <a:ext cx="2558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56F36C6-FA0E-EA9E-516B-C97E785C4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688" y="1008202"/>
                <a:ext cx="255839" cy="276999"/>
              </a:xfrm>
              <a:prstGeom prst="rect">
                <a:avLst/>
              </a:prstGeom>
              <a:blipFill>
                <a:blip r:embed="rId10"/>
                <a:stretch>
                  <a:fillRect l="-33333" t="-2174" r="-7143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4AD3A30-7F9D-0E67-6874-3C641B25846B}"/>
              </a:ext>
            </a:extLst>
          </p:cNvPr>
          <p:cNvCxnSpPr>
            <a:cxnSpLocks/>
          </p:cNvCxnSpPr>
          <p:nvPr/>
        </p:nvCxnSpPr>
        <p:spPr>
          <a:xfrm>
            <a:off x="8411633" y="1660234"/>
            <a:ext cx="0" cy="3992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A0D724A-9B76-AB40-37A5-09280002C7D3}"/>
                  </a:ext>
                </a:extLst>
              </p:cNvPr>
              <p:cNvSpPr txBox="1"/>
              <p:nvPr/>
            </p:nvSpPr>
            <p:spPr>
              <a:xfrm>
                <a:off x="8001537" y="3397532"/>
                <a:ext cx="3760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A0D724A-9B76-AB40-37A5-09280002C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537" y="3397532"/>
                <a:ext cx="376065" cy="276999"/>
              </a:xfrm>
              <a:prstGeom prst="rect">
                <a:avLst/>
              </a:prstGeom>
              <a:blipFill>
                <a:blip r:embed="rId11"/>
                <a:stretch>
                  <a:fillRect l="-22951" t="-2174" r="-4918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CE892FD-4F79-66B5-A9CF-AC1392FD1F5C}"/>
              </a:ext>
            </a:extLst>
          </p:cNvPr>
          <p:cNvCxnSpPr>
            <a:cxnSpLocks/>
          </p:cNvCxnSpPr>
          <p:nvPr/>
        </p:nvCxnSpPr>
        <p:spPr>
          <a:xfrm flipH="1">
            <a:off x="9662403" y="1064682"/>
            <a:ext cx="312106" cy="1940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E3796EA-6796-892F-FB84-02120595126C}"/>
                  </a:ext>
                </a:extLst>
              </p:cNvPr>
              <p:cNvSpPr txBox="1"/>
              <p:nvPr/>
            </p:nvSpPr>
            <p:spPr>
              <a:xfrm>
                <a:off x="9662403" y="478651"/>
                <a:ext cx="184379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Know boundary conditions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E3796EA-6796-892F-FB84-021205951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403" y="478651"/>
                <a:ext cx="1843798" cy="553998"/>
              </a:xfrm>
              <a:prstGeom prst="rect">
                <a:avLst/>
              </a:prstGeom>
              <a:blipFill>
                <a:blip r:embed="rId12"/>
                <a:stretch>
                  <a:fillRect l="-7591" t="-1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8907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49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FEM Stuff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Horton</dc:creator>
  <cp:lastModifiedBy>Nicholas Horton</cp:lastModifiedBy>
  <cp:revision>2</cp:revision>
  <dcterms:created xsi:type="dcterms:W3CDTF">2026-10-13T11:51:03Z</dcterms:created>
  <dcterms:modified xsi:type="dcterms:W3CDTF">2026-10-13T12:14:19Z</dcterms:modified>
</cp:coreProperties>
</file>